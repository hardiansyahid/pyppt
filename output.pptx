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6123-3228-AEE3-617C-50ACC6ABE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5A993-4013-5E41-4DD9-50AD675F6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33E1-226D-81E9-D487-D1AA3337A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788DE-99FF-7233-764D-E4C7F6E1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0252-0A85-2D06-9839-2EF8D05E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92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C9F0-DC17-59BF-420B-91D625CF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BC60F-0ED1-1115-87B5-51D9DAFDB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C417-F648-5CC4-838E-7D1F3400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143CA-FFBA-025B-A154-7596379D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763B-691F-A3B9-7A9D-41EBA193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699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43FC-E8FB-7F83-08E5-D5B1B41C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DBAD9-CCB9-6D31-B95B-FAAD03AFB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F9B20-14DD-C6ED-CEAE-B36777AF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DEDB-8BC5-7813-A8AB-7E844D31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2C605-6788-0ABC-8523-D2A68BA4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688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9790-C3E2-C16B-E68F-ACA4BF35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BAD2-CE34-3DCF-E7FD-9F899EDAE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57497-C320-4129-99CD-8FC511E96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EBD59-5935-BB3C-AF98-1E7E6AA2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ED55E-BADE-8776-C114-6A077AA9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C728E-CF75-797C-D2B7-2102CA17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69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D21B-3061-EFF2-279B-7040BA39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51D7F-57A7-89B4-30BF-C2F6E19A5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96D4C-C341-F4C1-8B81-1118D336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1F2C4-9025-DFEB-8F2C-4C0BE6125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06951-747E-8385-6DC2-C78632776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B6DC1-7C9B-F868-8626-145DE27D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209C8-740D-93B2-A5C5-F88C901B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1FC6F-E430-C72E-A861-0AB2F36D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830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9E99-288F-BFDE-C10A-BE0BEA8CA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F5008-A194-AD0C-87C5-36F9FC76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2C641-A1E7-FAA7-3108-955BBE55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E27C1-CDBF-9925-23B1-9FBAE5F9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544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D3907-1A4B-793E-9464-4B583A11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740E0-DA7C-C499-6889-4506BA70F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1B1E-FCD4-AF9E-A053-D116B779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092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D4D0-B5A9-16A3-2F68-CDA79145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068F-EE9C-023E-4D5B-07FBED91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75364-2ADA-99AC-3AE6-0E235C09F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084CE-DC97-FB19-68B4-C89CC3B2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DC45B-AB23-7B7F-1D47-AA4F4F44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AF10E-D06D-3EA2-B110-9A496E6F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19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7F73-0A55-47D3-F5E7-C9579EF8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87BD3-8B76-A2C3-5022-D9E13A4FC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F027D-6963-1201-64AE-555101754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310DE-AF66-11F2-E197-13AA2770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49383-4652-C77C-86E5-6E5EC24E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A96B6-52D4-2DB4-89B0-109FF320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722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F340-9794-7136-9DD4-D47F8B28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7758E-BAC0-346D-B843-4B1CA62BF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610BE-9C0E-AC6F-6879-F0D1DA1F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A6478-AA9E-DA4C-B3BE-4AF083F9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4AF-9432-7CC2-44FC-A5ADFF0F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740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7AF3D-23BA-6FF6-DCB1-BF1AE65A9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11B3F-B183-3955-E2A0-5DA8B83DA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D0A8-8E58-BCCE-68A1-20F447D4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ADF6D-AE9A-5CDD-9A13-92DF0214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FF23B-A942-486A-539A-41EDCA6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55749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4D766-A6B2-B249-1320-187136F8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C20CB-A1B6-BDD5-74D2-5F5881E87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DEBE-98B0-BF2A-3B74-7542397ED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90A01-A4B5-43C8-8A25-8438B2696CDC}" type="datetimeFigureOut">
              <a:rPr lang="en-ID" smtClean="0"/>
              <a:t>02/01/2026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4E1CE-0A88-1377-87F3-290AE6B35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0B9D-11B8-F7FB-9CCE-E2B7FCADF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897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9512-78B6-99E3-3577-9BE70ABC7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44A1-6D0D-61CA-FBAF-8FF041823C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Override Context PPT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5803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2D5-194D-22AE-22A6-BAC4A107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Judul Baru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4E28-76BA-3472-170E-3C100EEDF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t>Isi baru slide 1</a:t>
            </a:r>
          </a:p>
        </p:txBody>
      </p:sp>
      <p:pic>
        <p:nvPicPr>
          <p:cNvPr id="4" name="Picture 3" descr="new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8" y="2395989"/>
            <a:ext cx="5700469" cy="32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3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2AE6-0E10-0BA5-2EDE-BE4E880B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C346-8219-0477-C155-3A615AF2C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Overide</a:t>
            </a:r>
            <a:r>
              <a:rPr lang="en-US" dirty="0"/>
              <a:t> slide 3 content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3FA31-0363-EF95-2D40-1687E4959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404" y="1825625"/>
            <a:ext cx="5700469" cy="32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4904-C423-7605-B584-13557951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DFFC-A69F-C9BD-F6AC-74DB85F4C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3A795-C767-D7CD-0B22-F007B81262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Override Context PPT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771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Python</vt:lpstr>
      <vt:lpstr>Slide 2</vt:lpstr>
      <vt:lpstr>Slide 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Hardiansyah</dc:creator>
  <cp:lastModifiedBy>Hardiansyah</cp:lastModifiedBy>
  <cp:revision>1</cp:revision>
  <dcterms:created xsi:type="dcterms:W3CDTF">2026-01-02T09:09:55Z</dcterms:created>
  <dcterms:modified xsi:type="dcterms:W3CDTF">2026-01-02T09:10:49Z</dcterms:modified>
</cp:coreProperties>
</file>