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2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F6123-3228-AEE3-617C-50ACC6ABE5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ED5A993-4013-5E41-4DD9-50AD675F69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1B33E1-226D-81E9-D487-D1AA3337AC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90A01-A4B5-43C8-8A25-8438B2696CDC}" type="datetimeFigureOut">
              <a:rPr lang="en-ID" smtClean="0"/>
              <a:t>02/01/2026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3788DE-99FF-7233-764D-E4C7F6E1C8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B20252-0A85-2D06-9839-2EF8D05EC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EC0C5B-5491-4EE0-B0A3-B0303D46BC11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859241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FBC9F0-DC17-59BF-420B-91D625CFE3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7BC60F-0ED1-1115-87B5-51D9DAFDBB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FDC417-F648-5CC4-838E-7D1F3400BD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90A01-A4B5-43C8-8A25-8438B2696CDC}" type="datetimeFigureOut">
              <a:rPr lang="en-ID" smtClean="0"/>
              <a:t>02/01/2026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8143CA-FFBA-025B-A154-7596379DC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76763B-691F-A3B9-7A9D-41EBA19377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EC0C5B-5491-4EE0-B0A3-B0303D46BC11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3469921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A043FC-E8FB-7F83-08E5-D5B1B41C59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BDBAD9-CCB9-6D31-B95B-FAAD03AFB8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DF9B20-14DD-C6ED-CEAE-B36777AF7C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90A01-A4B5-43C8-8A25-8438B2696CDC}" type="datetimeFigureOut">
              <a:rPr lang="en-ID" smtClean="0"/>
              <a:t>02/01/2026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A0DEDB-8BC5-7813-A8AB-7E844D31C6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D2C605-6788-0ABC-8523-D2A68BA45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EC0C5B-5491-4EE0-B0A3-B0303D46BC11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0268816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079790-C3E2-C16B-E68F-ACA4BF35F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EEBAD2-CE34-3DCF-E7FD-9F899EDAE2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757497-C320-4129-99CD-8FC511E969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9EBD59-5935-BB3C-AF98-1E7E6AA2B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90A01-A4B5-43C8-8A25-8438B2696CDC}" type="datetimeFigureOut">
              <a:rPr lang="en-ID" smtClean="0"/>
              <a:t>02/01/2026</a:t>
            </a:fld>
            <a:endParaRPr lang="en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5ED55E-BADE-8776-C114-6A077AA92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EC728E-CF75-797C-D2B7-2102CA175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EC0C5B-5491-4EE0-B0A3-B0303D46BC11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086907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BAD21B-3061-EFF2-279B-7040BA3991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A51D7F-57A7-89B4-30BF-C2F6E19A55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796D4C-C341-F4C1-8B81-1118D336A3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81F2C4-9025-DFEB-8F2C-4C0BE6125E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8606951-747E-8385-6DC2-C786327763B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DB6DC1-7C9B-F868-8626-145DE27D98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90A01-A4B5-43C8-8A25-8438B2696CDC}" type="datetimeFigureOut">
              <a:rPr lang="en-ID" smtClean="0"/>
              <a:t>02/01/2026</a:t>
            </a:fld>
            <a:endParaRPr lang="en-ID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B7209C8-740D-93B2-A5C5-F88C901B5C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621FC6F-E430-C72E-A861-0AB2F36DE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EC0C5B-5491-4EE0-B0A3-B0303D46BC11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2083092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09E99-288F-BFDE-C10A-BE0BEA8CA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3F5008-A194-AD0C-87C5-36F9FC761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90A01-A4B5-43C8-8A25-8438B2696CDC}" type="datetimeFigureOut">
              <a:rPr lang="en-ID" smtClean="0"/>
              <a:t>02/01/2026</a:t>
            </a:fld>
            <a:endParaRPr lang="en-ID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B2C641-A1E7-FAA7-3108-955BBE559F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8E27C1-CDBF-9925-23B1-9FBAE5F9E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EC0C5B-5491-4EE0-B0A3-B0303D46BC11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1754426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3D3907-1A4B-793E-9464-4B583A110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90A01-A4B5-43C8-8A25-8438B2696CDC}" type="datetimeFigureOut">
              <a:rPr lang="en-ID" smtClean="0"/>
              <a:t>02/01/2026</a:t>
            </a:fld>
            <a:endParaRPr lang="en-ID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C2740E0-DA7C-C499-6889-4506BA70F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D31B1E-FCD4-AF9E-A053-D116B779EE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EC0C5B-5491-4EE0-B0A3-B0303D46BC11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709228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ED4D0-B5A9-16A3-2F68-CDA7914509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19068F-EE9C-023E-4D5B-07FBED91A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075364-2ADA-99AC-3AE6-0E235C09F7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6084CE-DC97-FB19-68B4-C89CC3B20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90A01-A4B5-43C8-8A25-8438B2696CDC}" type="datetimeFigureOut">
              <a:rPr lang="en-ID" smtClean="0"/>
              <a:t>02/01/2026</a:t>
            </a:fld>
            <a:endParaRPr lang="en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DDC45B-AB23-7B7F-1D47-AA4F4F44AB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AAF10E-D06D-3EA2-B110-9A496E6F8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EC0C5B-5491-4EE0-B0A3-B0303D46BC11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911912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97F73-0A55-47D3-F5E7-C9579EF845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787BD3-8B76-A2C3-5022-D9E13A4FC6F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AF027D-6963-1201-64AE-555101754B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4310DE-AF66-11F2-E197-13AA277005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90A01-A4B5-43C8-8A25-8438B2696CDC}" type="datetimeFigureOut">
              <a:rPr lang="en-ID" smtClean="0"/>
              <a:t>02/01/2026</a:t>
            </a:fld>
            <a:endParaRPr lang="en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A49383-4652-C77C-86E5-6E5EC24E0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DA96B6-52D4-2DB4-89B0-109FF320F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EC0C5B-5491-4EE0-B0A3-B0303D46BC11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7472282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C6F340-9794-7136-9DD4-D47F8B285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C7758E-BAC0-346D-B843-4B1CA62BF1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6610BE-9C0E-AC6F-6879-F0D1DA1FF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90A01-A4B5-43C8-8A25-8438B2696CDC}" type="datetimeFigureOut">
              <a:rPr lang="en-ID" smtClean="0"/>
              <a:t>02/01/2026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0A6478-AA9E-DA4C-B3BE-4AF083F9CD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8CC4AF-9432-7CC2-44FC-A5ADFF0FC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EC0C5B-5491-4EE0-B0A3-B0303D46BC11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747404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F77AF3D-23BA-6FF6-DCB1-BF1AE65A98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811B3F-B183-3955-E2A0-5DA8B83DAA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4CD0A8-8E58-BCCE-68A1-20F447D484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90A01-A4B5-43C8-8A25-8438B2696CDC}" type="datetimeFigureOut">
              <a:rPr lang="en-ID" smtClean="0"/>
              <a:t>02/01/2026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5ADF6D-AE9A-5CDD-9A13-92DF0214D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2FF23B-A942-486A-539A-41EDCA62A9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EC0C5B-5491-4EE0-B0A3-B0303D46BC11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1355749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874D766-A6B2-B249-1320-187136F8A4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EC20CB-A1B6-BDD5-74D2-5F5881E875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B1DEBE-98B0-BF2A-3B74-7542397EDA7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590A01-A4B5-43C8-8A25-8438B2696CDC}" type="datetimeFigureOut">
              <a:rPr lang="en-ID" smtClean="0"/>
              <a:t>02/01/2026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14E1CE-0A88-1377-87F3-290AE6B35A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3D0B9D-11B8-F7FB-9CCE-E2B7FCADF3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EC0C5B-5491-4EE0-B0A3-B0303D46BC11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2989736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69512-78B6-99E3-3577-9BE70ABC7DE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Python</a:t>
            </a:r>
            <a:endParaRPr lang="en-ID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75944A1-6D0D-61CA-FBAF-8FF041823C2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Override Context PPT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35580343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8772D5-194D-22AE-22A6-BAC4A107B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Update </a:t>
            </a:r>
            <a:r>
              <a:rPr lang="en-US" b="1" dirty="0" err="1"/>
              <a:t>Kondisi</a:t>
            </a:r>
            <a:r>
              <a:rPr lang="en-US" b="1" dirty="0"/>
              <a:t> </a:t>
            </a:r>
            <a:r>
              <a:rPr lang="en-US" b="1" dirty="0" err="1"/>
              <a:t>Siklon</a:t>
            </a:r>
            <a:r>
              <a:rPr lang="en-US" b="1" dirty="0"/>
              <a:t> </a:t>
            </a:r>
            <a:r>
              <a:rPr lang="en-US" b="1" dirty="0" err="1"/>
              <a:t>Tropis</a:t>
            </a:r>
            <a:r>
              <a:rPr lang="en-US" b="1" dirty="0"/>
              <a:t> dan </a:t>
            </a:r>
            <a:r>
              <a:rPr lang="en-US" b="1" dirty="0" err="1"/>
              <a:t>Bibit</a:t>
            </a:r>
            <a:r>
              <a:rPr lang="en-US" b="1" dirty="0"/>
              <a:t> </a:t>
            </a:r>
            <a:r>
              <a:rPr lang="en-US" b="1" dirty="0" err="1"/>
              <a:t>Siklon</a:t>
            </a:r>
            <a:r>
              <a:rPr lang="en-US" b="1" dirty="0"/>
              <a:t> </a:t>
            </a:r>
            <a:r>
              <a:rPr lang="en-US" b="1" dirty="0" err="1"/>
              <a:t>Tropis</a:t>
            </a:r>
            <a:br>
              <a:rPr lang="en-US" b="1" dirty="0"/>
            </a:br>
            <a:r>
              <a:rPr lang="en-US" sz="2700" b="1" dirty="0"/>
              <a:t>Selasa, 30 </a:t>
            </a:r>
            <a:r>
              <a:rPr lang="en-US" sz="2700" b="1" dirty="0" err="1"/>
              <a:t>Desember</a:t>
            </a:r>
            <a:r>
              <a:rPr lang="en-US" sz="2700" b="1" dirty="0"/>
              <a:t> 2025, 07.00 WIB</a:t>
            </a:r>
            <a:endParaRPr lang="en-ID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464E28-76BA-3472-170E-3C100EEDFD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2392" y="1831594"/>
            <a:ext cx="5931408" cy="2179447"/>
          </a:xfrm>
        </p:spPr>
        <p:txBody>
          <a:bodyPr>
            <a:normAutofit/>
          </a:bodyPr>
          <a:lstStyle/>
          <a:p>
            <a:r>
              <a:rPr lang="en-US" sz="1400" dirty="0"/>
              <a:t>Override slide 2 content</a:t>
            </a:r>
            <a:endParaRPr lang="en-ID" sz="1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24AFBDA-3446-9554-3ED6-AE472CFFA1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825625"/>
            <a:ext cx="4351338" cy="4351338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A371ECCA-9490-DC79-C2C4-19B678A0AAFE}"/>
              </a:ext>
            </a:extLst>
          </p:cNvPr>
          <p:cNvSpPr txBox="1">
            <a:spLocks/>
          </p:cNvSpPr>
          <p:nvPr/>
        </p:nvSpPr>
        <p:spPr>
          <a:xfrm>
            <a:off x="5422392" y="4003485"/>
            <a:ext cx="5931408" cy="217944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/>
              <a:t>Override slide 2 content</a:t>
            </a:r>
            <a:endParaRPr lang="en-ID" sz="1400" dirty="0"/>
          </a:p>
        </p:txBody>
      </p:sp>
    </p:spTree>
    <p:extLst>
      <p:ext uri="{BB962C8B-B14F-4D97-AF65-F5344CB8AC3E}">
        <p14:creationId xmlns:p14="http://schemas.microsoft.com/office/powerpoint/2010/main" val="12329355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F2AE6-0E10-0BA5-2EDE-BE4E880B8E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3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82C346-8219-0477-C155-3A615AF2CA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/>
          <a:lstStyle/>
          <a:p>
            <a:r>
              <a:rPr lang="en-US" dirty="0" err="1"/>
              <a:t>Overide</a:t>
            </a:r>
            <a:r>
              <a:rPr lang="en-US" dirty="0"/>
              <a:t> slide 3 content</a:t>
            </a:r>
            <a:endParaRPr lang="en-ID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F3FA31-0363-EF95-2D40-1687E4959C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4404" y="1825625"/>
            <a:ext cx="5700469" cy="3210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3009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F4904-C423-7605-B584-135579512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E6DFFC-A69F-C9BD-F6AC-74DB85F4CB2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Thank You</a:t>
            </a:r>
            <a:endParaRPr lang="en-ID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43A795-C767-D7CD-0B22-F007B81262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Override Context PPT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25877111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40</Words>
  <Application>Microsoft Office PowerPoint</Application>
  <PresentationFormat>Widescreen</PresentationFormat>
  <Paragraphs>9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Python</vt:lpstr>
      <vt:lpstr>Update Kondisi Siklon Tropis dan Bibit Siklon Tropis Selasa, 30 Desember 2025, 07.00 WIB</vt:lpstr>
      <vt:lpstr>Slide 3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Hardiansyah</dc:creator>
  <cp:lastModifiedBy>Hardiansyah</cp:lastModifiedBy>
  <cp:revision>3</cp:revision>
  <dcterms:created xsi:type="dcterms:W3CDTF">2026-01-02T09:09:55Z</dcterms:created>
  <dcterms:modified xsi:type="dcterms:W3CDTF">2026-01-02T10:22:17Z</dcterms:modified>
</cp:coreProperties>
</file>